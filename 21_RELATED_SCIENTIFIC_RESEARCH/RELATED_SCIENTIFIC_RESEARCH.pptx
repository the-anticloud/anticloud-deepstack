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DEEPSTACK | Category: SURVEILLANCE_CAMERA</a:t>
            </a:r>
          </a:p>
          <a:p>
            <a:r>
              <a:rPr sz="1400"/>
              <a:t>Upstream: https://github.com/deepstack-ai/DeepStack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DEEPSTACK.</a:t>
            </a:r>
          </a:p>
          <a:p>
            <a:r>
              <a:rPr sz="1400"/>
              <a:t>AI server for facial recognition, detection, CCTV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DEEPSTACK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